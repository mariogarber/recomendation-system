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4E15-F1A6-874D-FAAC-20E1D1087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85877-B997-75B1-7ADC-8843AC93E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4CB98-C671-3B24-EFE8-4AEBCB7DB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3D7EC-0730-0785-1822-942B3AEA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65B33-A3DA-5CA7-9371-31E1A723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8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FDE8-F581-1192-1D9F-949A147B8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CBA4A-E16D-DDA3-42CC-702F1FF67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FAFE0-2C28-B836-10B9-2F7F5BC1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2CCB2-6A2C-E5FB-1110-71D93B35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D845A-6C7E-9764-9232-F0BC29FE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B2D8-290E-99C4-EF0A-89F9C1DD0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9B301-8D1A-E72D-F18F-F5DD3AD87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8EBCE-B201-5902-5230-58548B4CA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30F3B-B152-438F-15D2-223F30FB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242C9-274E-F8B8-19E6-A4EA85F5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CB62-3C1A-1B75-DC39-8FC57C3A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E06F3-49F7-1A53-5E8D-5B8997F4C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CDBDD-14A2-34DC-0F8A-C412920A7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577E8-DE4F-24A2-C308-EB4692BEC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427EA-AD12-8462-0EA7-8C6AEE84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6C712-C1F2-E393-AFD8-11BF2C76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2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5C06-B2BD-89B6-0253-2167DCAA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1E1E3-C5C0-C86B-4E0D-5EBAAC3DD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366C5-636A-E150-0CFD-745B43BFC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4DB81-41FC-E621-6C06-16F2C18A3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76387-11EA-8C87-BB2B-7A4777F30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2DC6E3-414E-7F1E-8481-59825205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9BC41-08A0-7573-2C0C-21AA09EE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8393A-3357-6001-8CEA-6FD8D935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9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0D5B-8DF4-D2E5-71E1-4013349C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7C39B-D5D2-9C8F-17E0-3F94991E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7361A-14F3-13DD-1507-33A518110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E6473-A5A1-3734-EFCB-E2A9B6C3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9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98FE03-FB62-CC4E-5B12-E16E8272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E7AE78-BEB9-3E7B-C433-840FD0F0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818BD-162F-A29A-BD67-0AED96E8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7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FDA5-7E3B-7FBB-42BB-01707E52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4C2CF-7D79-8F85-EEB3-F1788B12C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B0B25-4918-79B3-CEDA-C73012A50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BFDB3-BF1F-92BE-E282-2B0E7127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F8CBF-C829-108E-1F96-F72471AB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348DA-2ECC-5FC8-E5B5-AE00D605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9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46B7-15A8-652D-EAE8-4470B121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6258A-4F57-7CF4-4A00-C4787E2C3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F4BB0-6C95-D831-1AF8-10F96F2DB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DFD19-C140-98EC-7C0C-01DF1D97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8F43B-27ED-4CF9-AD01-C5D3D61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EF90-98F3-CEFC-8208-4EFF4E75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5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E96E-806C-CD5F-96A2-66D27321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C40CA-D30B-651C-F625-08A3312A6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049DD-FBB1-C388-F852-F25ADECF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C54DA-9DCF-94AF-3128-3F9CA7F5C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6705F-5663-7870-6849-53B33978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1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FA860-BB0E-79B3-E836-BBD6B1F50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5E4D7-3605-CB9F-F1DA-F6F57C1BD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17654-1580-1A6E-BCAD-3EA73251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AFF81-1C78-1293-1B23-265990EE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AC921-B4B9-10A4-1771-DE7DD788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625D6-75E9-3601-91FC-981C37F1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F0BA1-0C6A-2465-A41E-29DE510C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A9442-14E4-0BD3-B9DE-0ABAF71BE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602DE-3D03-4783-A479-0287519024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44D31-460F-7A45-9EC8-1C7D7A84B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15D34-46C0-F3E8-2BF5-22892A432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B390C-8FFA-4980-B506-7258DFFEA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8D79-3098-C84B-A17B-8DBECA069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0C3E-399F-52B2-FF52-8F3D77914C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7615F1-6431-DBEF-E28E-0DEE2608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37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44B54-00E5-757C-9C4F-99966EAEF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F4CA-A9D7-EC5E-52F2-CCEE4D6B7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53FED-8BFB-37F0-51C2-B12F3AAC16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5ABF1-937E-B3C8-B163-C0E32EA1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3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3CA5-466A-B424-EBBC-DA1EFC18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320AE59-3FD8-3248-968A-7F881E30972D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CC4D2-E92F-611F-A093-4F10AABA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9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245E-E1C9-A84F-C6E1-3CB399947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B744-991B-360E-C429-8FCB08A7B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3406D-6D08-F9D7-CCD0-88B75B0C2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8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D6C8-7C5E-81BF-651F-C7E596B3F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F64E2-5A51-4458-F1E3-1D8F4DCC9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60CF1B-F720-6FB3-F6E3-D5C56BD71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4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703F-AAEB-4773-40EE-659B926BB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779E-2AD4-94BD-F480-EF61BEF1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5179-BA8A-7876-6A74-60A575D68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744395-833F-2931-0FDE-2AAFBCD65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54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A72B-A460-4232-5426-08C95C71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FFC6-E0C3-D813-7892-729162A8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AC628-58B3-BBF1-510E-0DDD11D15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D244F2-AF5B-D659-BF7A-52CC47E8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4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88F3F-7E32-2759-AF29-941CED55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2C22-D778-3AC6-3945-58182BFB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7897-1C8B-C5A2-A176-4F790C54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7F8183-033F-D5FC-71EA-D97298EF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74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2F49A-2680-36E2-0F49-C85EA829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F277-8554-AE7E-7FC3-3C02D6D7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7A114E4-2A15-EB7C-FEE5-F5AA590AF3D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42B700-F5FF-7316-4B2E-2D05F93B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3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60D4-83C6-75C5-1C6D-93CD6498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F875-9BEC-1B99-6DED-967F4A326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AB167-DCFE-6EC6-FC8C-95A69F161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03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728F5-2286-D91D-A4CA-544B6A97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F2D0-58B8-5529-5022-DE31EBAF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7E04B-8288-0623-F69C-7F112370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7DF405-7E7D-1586-DB7E-7BD241EBA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6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A2188-A22E-30E4-F243-1176A02E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B882C-34F4-4F76-5111-7CE4346B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C4A7D-6EE5-A1B5-F189-BF60BCEDB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4B9EA-F92A-56E1-67A0-65A0B5E59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58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CDDD-B4E9-4FAD-81EB-23EDF73E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93E3-F84A-9658-EE54-C3FF545B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732CF-E4F4-B559-16C6-4EEB47565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670467-3B1A-40A5-F895-78996B33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8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Garcia</dc:creator>
  <cp:lastModifiedBy>Mario Garcia</cp:lastModifiedBy>
  <cp:revision>1</cp:revision>
  <dcterms:created xsi:type="dcterms:W3CDTF">2026-04-16T12:21:08Z</dcterms:created>
  <dcterms:modified xsi:type="dcterms:W3CDTF">2026-04-16T12:30:09Z</dcterms:modified>
</cp:coreProperties>
</file>